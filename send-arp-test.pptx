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6.xml" ContentType="application/vnd.openxmlformats-officedocument.theme+xml"/>
  <Override PartName="/ppt/slideLayouts/slideLayout15.xml" ContentType="application/vnd.openxmlformats-officedocument.presentationml.slideLayout+xml"/>
  <Override PartName="/ppt/theme/theme7.xml" ContentType="application/vnd.openxmlformats-officedocument.theme+xml"/>
  <Override PartName="/ppt/slideLayouts/slideLayout16.xml" ContentType="application/vnd.openxmlformats-officedocument.presentationml.slideLayout+xml"/>
  <Override PartName="/ppt/theme/theme8.xml" ContentType="application/vnd.openxmlformats-officedocument.theme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theme/theme10.xml" ContentType="application/vnd.openxmlformats-officedocument.theme+xml"/>
  <Override PartName="/ppt/slideLayouts/slideLayout19.xml" ContentType="application/vnd.openxmlformats-officedocument.presentationml.slideLayout+xml"/>
  <Override PartName="/ppt/theme/theme11.xml" ContentType="application/vnd.openxmlformats-officedocument.theme+xml"/>
  <Override PartName="/ppt/slideLayouts/slideLayout20.xml" ContentType="application/vnd.openxmlformats-officedocument.presentationml.slideLayout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</p:sldMasterIdLst>
  <p:sldIdLst>
    <p:sldId id="256" r:id="rId13"/>
  </p:sldIdLst>
  <p:sldSz cx="10080625" cy="5670550"/>
  <p:notesSz cx="7772400" cy="100584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86" userDrawn="1">
          <p15:clr>
            <a:srgbClr val="A4A3A4"/>
          </p15:clr>
        </p15:guide>
        <p15:guide id="2" pos="31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howGuides="1">
      <p:cViewPr varScale="1">
        <p:scale>
          <a:sx n="73" d="100"/>
          <a:sy n="73" d="100"/>
        </p:scale>
        <p:origin x="749" y="67"/>
      </p:cViewPr>
      <p:guideLst>
        <p:guide orient="horz" pos="1786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5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6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7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8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9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Table 1"/>
          <p:cNvGraphicFramePr/>
          <p:nvPr>
            <p:extLst>
              <p:ext uri="{D42A27DB-BD31-4B8C-83A1-F6EECF244321}">
                <p14:modId xmlns:p14="http://schemas.microsoft.com/office/powerpoint/2010/main" val="228370507"/>
              </p:ext>
            </p:extLst>
          </p:nvPr>
        </p:nvGraphicFramePr>
        <p:xfrm>
          <a:off x="5333760" y="1786680"/>
          <a:ext cx="4542120" cy="1463040"/>
        </p:xfrm>
        <a:graphic>
          <a:graphicData uri="http://schemas.openxmlformats.org/drawingml/2006/table">
            <a:tbl>
              <a:tblPr/>
              <a:tblGrid>
                <a:gridCol w="101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0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992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ETH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dmac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request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16:b5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af:8c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1.107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reply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af:8c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16:b5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1.107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8" name="Table 2"/>
          <p:cNvGraphicFramePr/>
          <p:nvPr>
            <p:extLst>
              <p:ext uri="{D42A27DB-BD31-4B8C-83A1-F6EECF244321}">
                <p14:modId xmlns:p14="http://schemas.microsoft.com/office/powerpoint/2010/main" val="2268112197"/>
              </p:ext>
            </p:extLst>
          </p:nvPr>
        </p:nvGraphicFramePr>
        <p:xfrm>
          <a:off x="3396343" y="3991427"/>
          <a:ext cx="6684282" cy="1463040"/>
        </p:xfrm>
        <a:graphic>
          <a:graphicData uri="http://schemas.openxmlformats.org/drawingml/2006/table">
            <a:tbl>
              <a:tblPr/>
              <a:tblGrid>
                <a:gridCol w="109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9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7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5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4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03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56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ETH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ARP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tmac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tip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request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16:b5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ff:ff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16:b5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1.107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00:00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reply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af:8c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16:b5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af:8c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16:b5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1.107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9" name="CustomShape 3"/>
          <p:cNvSpPr/>
          <p:nvPr/>
        </p:nvSpPr>
        <p:spPr>
          <a:xfrm>
            <a:off x="5359680" y="1463040"/>
            <a:ext cx="4515480" cy="273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ICMP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396080" y="3684707"/>
            <a:ext cx="6667142" cy="273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ARP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CustomShape 5"/>
          <p:cNvSpPr/>
          <p:nvPr/>
        </p:nvSpPr>
        <p:spPr>
          <a:xfrm>
            <a:off x="1645920" y="91440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gateway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  <a:latin typeface="Arial"/>
              </a:rPr>
              <a:t>38:02:e3:03:af:8c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</a:rPr>
              <a:t>192.168.1.1</a:t>
            </a:r>
          </a:p>
        </p:txBody>
      </p:sp>
      <p:sp>
        <p:nvSpPr>
          <p:cNvPr id="92" name="CustomShape 6"/>
          <p:cNvSpPr/>
          <p:nvPr/>
        </p:nvSpPr>
        <p:spPr>
          <a:xfrm>
            <a:off x="457200" y="246888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you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</a:rPr>
              <a:t>9c:6b:00:cc:29:d2</a:t>
            </a: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</a:rPr>
              <a:t>192.168.1.101</a:t>
            </a:r>
          </a:p>
        </p:txBody>
      </p:sp>
      <p:sp>
        <p:nvSpPr>
          <p:cNvPr id="93" name="CustomShape 7"/>
          <p:cNvSpPr/>
          <p:nvPr/>
        </p:nvSpPr>
        <p:spPr>
          <a:xfrm>
            <a:off x="2651760" y="246888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me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  <a:latin typeface="Arial"/>
              </a:rPr>
              <a:t>a0:47:d7:c0:16:b5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</a:rPr>
              <a:t>192.168.1.107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1459</TotalTime>
  <Words>93</Words>
  <Application>Microsoft Office PowerPoint</Application>
  <PresentationFormat>사용자 지정</PresentationFormat>
  <Paragraphs>49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12</vt:i4>
      </vt:variant>
      <vt:variant>
        <vt:lpstr>슬라이드 제목</vt:lpstr>
      </vt:variant>
      <vt:variant>
        <vt:i4>1</vt:i4>
      </vt:variant>
    </vt:vector>
  </HeadingPairs>
  <TitlesOfParts>
    <vt:vector size="16" baseType="lpstr">
      <vt:lpstr>Arial</vt:lpstr>
      <vt:lpstr>Symbol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김진무</dc:creator>
  <dc:description/>
  <cp:lastModifiedBy>김진무</cp:lastModifiedBy>
  <cp:revision>31</cp:revision>
  <dcterms:created xsi:type="dcterms:W3CDTF">2020-04-02T04:51:22Z</dcterms:created>
  <dcterms:modified xsi:type="dcterms:W3CDTF">2026-04-07T15:09:06Z</dcterms:modified>
  <dc:language>en-US</dc:language>
</cp:coreProperties>
</file>